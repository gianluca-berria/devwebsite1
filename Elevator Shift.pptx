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101b2281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101b2281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01b2281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01b2281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101b2281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101b2281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WhatsApp Image 2026-03-18 at 20.41.1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WhatsApp Image 2026-03-18 at 20.41.2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WhatsApp Image 2026-03-18 at 20.41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WhatsApp Image 2026-03-18 at 20.41.4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